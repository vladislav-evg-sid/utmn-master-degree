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Практика № 6 · Разделение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Формирование обучающей, проверочной и тестовой выборок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90 минут · доцент Вадим Мазур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Продолжаем кейс прогнозирования задержек доставки.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ГЛАВНЫЙ ВОПРОС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Как проверить модель так, чтобы результат отражал её работу на новых заказах?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Зачем делить данные?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Модель способна запомнить обучающие примеры.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Нам важно оценить способность обобщать закономерности на невиданные наблюдения.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Train — обучение параметров.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Validation — выбор решений.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Test — финальная независимая оценка.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Базовая схема 60 / 20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3</a:t>
            </a:r>
          </a:p>
        </p:txBody>
      </p:sp>
      <p:pic>
        <p:nvPicPr>
          <p:cNvPr id="6" name="Picture 5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73152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160020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Из 600 заказов: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360 — обучение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120 — проверка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120 — тест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Для 121 записи размеры будут округлены.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Размеры выборок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2563EB"/>
                </a:solidFill>
              </a:defRPr>
            </a:pPr>
            <a:r>
              <a:t>n_train + n_val + n_test =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22441"/>
                </a:solidFill>
              </a:defRPr>
            </a:pPr>
            <a:r>
              <a:t>Доли: 0,6N; 0,2N; 0,2N.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059669"/>
                </a:solidFill>
              </a:defRPr>
            </a:pPr>
            <a:r>
              <a:t>При N=600: 360 + 120 + 120 = 600.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Что известно на момент прогноза?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Признаки: distance_km, delivery_type, weather_forecast.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Цель: is_late = 1, если заказ опоздал.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Цель можно получить из фактической задержки после доставки.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ПРОВЕРКА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Фактическое время доставки нельзя использовать как признак при оформлении заказа.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Три стратегии разделения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Случайная: строки перемешиваются.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Стратифицированная: сохраняется доля целевого класса.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Временная: прошлое для обучения, будущее для проверки.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Стратегия определяется устройством задачи, а не удобством функции.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Сравнение подходов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7</a:t>
            </a:r>
          </a:p>
        </p:txBody>
      </p:sp>
      <p:pic>
        <p:nvPicPr>
          <p:cNvPr id="6" name="Picture 5" descr="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73152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160020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Случайная — базовый ориентир.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Стратификация — полезна при дисбалансе классов.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Временная — нужна при прогнозе будущего.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Доля положительного класса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2563EB"/>
                </a:solidFill>
              </a:defRPr>
            </a:pPr>
            <a:r>
              <a:t>p = n(y = 1) /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22441"/>
                </a:solidFill>
              </a:defRPr>
            </a:pPr>
            <a:r>
              <a:t>Сравните p_train, p_val, p_test.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059669"/>
                </a:solidFill>
              </a:defRPr>
            </a:pPr>
            <a:r>
              <a:t>Если 120 опозданий из 600, p = 0,20 = 20%.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Почему дисбаланс опасен?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Если опоздания составляют 5%, случайная маленькая выборка может содержать слишком мало таких заказов.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Метрики для редкого класса становятся нестабильными.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Пример: точность 95% достигается простым ответом «все вовремя» при 5% опозданий.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Что означает стратификация?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Разделяем наблюдения так, чтобы пропорция классов в каждой части была близка к исходной.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Для классификации используется stratify=y.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Стратификация не устраняет временную утечку и не гарантирует отсутствие дублей.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Python: стратифицированное разбиение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7315200" cy="475488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6903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from sklearn.model_selection import train_test_split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train, temp = train_test_split(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 df, test_size=0.40,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 stratify=df["is_late"], random_state=42)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val, test = train_test_split(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 temp, test_size=0.50,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 stratify=temp["is_late"], random_state=42)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Сначала 60/40.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Затем оставшиеся 40% делим пополам.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Итог: 60/20/20.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Доли классов: два способа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12</a:t>
            </a:r>
          </a:p>
        </p:txBody>
      </p:sp>
      <p:pic>
        <p:nvPicPr>
          <p:cNvPr id="6" name="Picture 5" descr="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73152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160020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Синие столбцы — стратификация.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Оранжевые — хронологический порядок.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Здесь данные синтетические: разница может быть небольшой.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Почему random_state важен?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При фиксированном random_state разбиение воспроизводимо.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Это нужно для сравнения экспериментов и проверки отчёта.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Повторяемость ≠ отсутствие утечки.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seed не исправляет неверную стратегию.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Временное разбиение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Сортируем заказы по created_at.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Ранние 60% → train.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Следующие 20% → validation.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Последние 20% →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Для прогнозирования будущего временной тест часто ближе к реальной эксплуатации.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Временная граница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15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73152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160020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Зелёная линия — конец обучения.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Красная — начало теста.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Будущее не должно влиять на обучение.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Python: разделение по времени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7315200" cy="475488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6903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df_time = df.sort_values("created_at")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n = len(df_time)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a = int(0.60*n)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b = int(0.80*n)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train_t = df_time.iloc[:a]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val_t = df_time.iloc[a:b]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test_t = df_time.iloc[b:]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Проверьте, что created_at имеет тип datetime.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При N=121 ожидаем 72 / 24 / 25 строк.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Непересечение выборок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2563EB"/>
                </a:solidFill>
              </a:defRPr>
            </a:pPr>
            <a:r>
              <a:t>Train ∩ Val = Train ∩ Test = Val ∩ Test = 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22441"/>
                </a:solidFill>
              </a:defRPr>
            </a:pPr>
            <a:r>
              <a:t>Пересечение проверяем по уникальным идентификаторам заказов.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059669"/>
                </a:solidFill>
              </a:defRPr>
            </a:pPr>
            <a:r>
              <a:t>Один и тот же order_id в двух частях — потенциальная утечка.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Python: контроль пересечений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7315200" cy="475488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6903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sets = [set(x["order_id"]) for x in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        [train, val, test]]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assert not (sets[0] &amp; sets[1])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assert not (sets[0] &amp; sets[2])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assert not (sets[1] &amp; sets[2])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assert sum(map(len,[train,val,test])) == len(df)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При повторяющихся order_id нужно группировать записи по заказу, а не только проверять после разделения.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Когда обычное разбиение недостаточно?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Несколько строк одного клиента могут попасть в разные выборки.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Одинаковый заказ может появиться в нескольких событиях.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Похожие записи создают искусственно лёгкий тест.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Возможное решение: GroupShuffleSplit по customer_id / order_id при корректно заданной сущности группы.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Утечка через предобработку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Неверно: вычислить среднее и нормализовать весь df, затем разделить.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Верно: обучить преобразование только на train и применить к val/test.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Даже если цель не попала в признаки, информация из теста может просочиться через статистики.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Стандартизация без утечки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2563EB"/>
                </a:solidFill>
              </a:defRPr>
            </a:pPr>
            <a:r>
              <a:t>z = (x − μ_train) / σ_train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122441"/>
                </a:solidFill>
              </a:defRPr>
            </a:pPr>
            <a:r>
              <a:t>μ и σ вычисляются только на обучающей выборке.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059669"/>
                </a:solidFill>
              </a:defRPr>
            </a:pPr>
            <a:r>
              <a:t>Для validation/test используются те же параметры train.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Python: корректный StandardScaler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7315200" cy="475488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6903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from sklearn.preprocessing import StandardScaler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scaler = StandardScaler()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X_train_scaled = scaler.fit_transform(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 train[["distance_km"]])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X_val_scaled = scaler.transform(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 val[["distance_km"]])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X_test_scaled = scaler.transform(</a:t>
            </a:r>
          </a:p>
          <a:p>
            <a:pPr>
              <a:spcAft>
                <a:spcPts val="1100"/>
              </a:spcAft>
              <a:defRPr sz="1700" b="0">
                <a:solidFill>
                  <a:srgbClr val="122441"/>
                </a:solidFill>
              </a:defRPr>
            </a:pPr>
            <a:r>
              <a:t> test[["distance_km"]])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fit — только train.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transform — для всех частей.</a:t>
            </a: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Это базовый принцип Pipeline.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Проверка репрезентативности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Сравните распределение is_late и расстояния.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Для времени оцените сдвиг данных, а не требуйте одинаковых пропорций.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Зафиксируйте возможные ограничения.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Отличие теста от train иногда отражает реальную смену условий.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Схема честного эксперимента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1. Определить момент прогноза.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2. Зафиксировать стратегию разделения.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3. Отложить test.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4. Настраивать решения на train/val.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5. Один раз оценить итог на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Не подбирать модель по результатам test.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Проблема: тест использовали много раз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Каждый просмотр метрики test для выбора модели косвенно подгоняет решение под тест.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Он перестаёт быть независимым.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Если test использован для настройки, нужен новый независимый набор для честной итоговой оценки.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Практика 1 · 0–20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Проверить уникальность order_id.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Определить тип created_at и долю класса is_late.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Проверить пропуски целевого столбца.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Артефакт: таблица аудита и решение, какие строки допустимы.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Практика 2 · 20–45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Построить стратифицированное разбиение 60/20/20.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Посчитать размеры, доли классов и пересечения.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Построить столбчатую диаграмму.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Артефакт: три DataFrame, таблица и график долей.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Практика 3 · 45–70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Повторить 60/20/20 по времени.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Сравнить доли классов и временные интервалы.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Объяснить, какой тест ближе к рабочему прогнозу.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Артефакт: сравнительная таблица двух стратегий.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Защита · 70–90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Объясните выбор стратегии.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Докажите отсутствие пересечений.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Покажите одну возможную утечку и её устранение.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Назовите ограничение оценки.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На защиту 2–3 минуты на группу.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Эталонная таблица отчёта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Для каждой части: n, %, доля опозданий, min/max даты.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Отдельно: пересечения order_id и правило fit/transform.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Два вывода по выбору стратегии.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Не подменяйте результаты синтетическими значениями.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Типичные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1. Делить 60/20/20 одним неверным test_size.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2. Стратифицировать по непрерывной цели без бинов.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3. Перемешать временной ряд.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4. Обучить scaler на полном наборе.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5. Настраивать модель на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Каждую ошибку студент должен уметь обнаружить кодом или логикой.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Критерии оценивания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25% — корректные выборки и размеры.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25% — проверка классов и времени.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30% — контроль пересечений и утечек.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20% — выводы и воспроизводимость.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Приоритет — честность эксперимента, а не красота графика.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Почему test не используется для подбора?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Чем стратификация отличается от временного разделения?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Почему нельзя fit_transform на полном наборе?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Как проверять повторяющиеся заказы?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Попросите дать пример для каждого ответа.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122441"/>
                </a:solidFill>
              </a:defRPr>
            </a:pPr>
            <a:r>
              <a:t>Итог: что должно остаться в репозитории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10972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ТюмГУ · Технологии искусственного интеллекта — 1 · Практическое занятие №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4E5F75"/>
                </a:solidFill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6537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notebook.ipynb — код и результаты.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report.pdf — таблицы, графики, выводы.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README — способ запуска и описание данных.</a:t>
            </a: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</a:p>
          <a:p>
            <a:pPr>
              <a:spcAft>
                <a:spcPts val="1100"/>
              </a:spcAft>
              <a:defRPr sz="2100" b="0">
                <a:solidFill>
                  <a:srgbClr val="122441"/>
                </a:solidFill>
              </a:defRPr>
            </a:pPr>
            <a:r>
              <a:t>Следующий этап — подготовка признаков и обучение модели.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840480" cy="4480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22441"/>
                </a:solidFill>
              </a:defRPr>
            </a:pPr>
            <a:r>
              <a:t>EDA → разбиение → преобразования → обучение → честная оценка.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